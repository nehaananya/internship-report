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9" r:id="rId2"/>
    <p:sldId id="260" r:id="rId3"/>
    <p:sldId id="261" r:id="rId4"/>
    <p:sldId id="27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phldr="0" custT="1"/>
      <dgm:spPr/>
      <dgm:t>
        <a:bodyPr/>
        <a:lstStyle/>
        <a:p>
          <a:pPr algn="ctr"/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Product training and understanding the mechanisms</a:t>
          </a: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phldr="1"/>
      <dgm:spPr/>
      <dgm:t>
        <a:bodyPr/>
        <a:lstStyle/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phldr="1"/>
      <dgm:spPr/>
      <dgm:t>
        <a:bodyPr/>
        <a:lstStyle/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8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8"/>
      </dsp:txXfrm>
    </dsp:sp>
    <dsp:sp modelId="{FC0F1314-3294-4A8C-8DCE-EB53E236164C}">
      <dsp:nvSpPr>
        <dsp:cNvPr id="0" name=""/>
        <dsp:cNvSpPr/>
      </dsp:nvSpPr>
      <dsp:spPr>
        <a:xfrm>
          <a:off x="5898557" y="811638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8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0" tIns="63500" rIns="63500" bIns="6350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82502" y="811638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8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0" tIns="63500" rIns="63500" bIns="6350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04181" y="811638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8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Product training and understanding the mechanisms</a:t>
          </a:r>
        </a:p>
      </dsp:txBody>
      <dsp:txXfrm>
        <a:off x="2225860" y="811638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30/01/2026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3583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30-01-2026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30-01-2026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30-01-2026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30-01-2026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30-01-2026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30-01-2026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30-01-2026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30-01-2026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30-01-2026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30-01-2026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30-01-2026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30-01-2026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IN" b="1" dirty="0" err="1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Sharmasth</a:t>
            </a:r>
            <a:r>
              <a:rPr lang="en-IN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Vali Y</a:t>
            </a:r>
            <a:endParaRPr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Professor, </a:t>
            </a: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 </a:t>
            </a:r>
            <a:r>
              <a:rPr lang="en-US" sz="2000" b="1" i="0" u="none" strike="noStrike" cap="none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Dr Anand Raj S P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i="0" u="none" strike="noStrike" cap="none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</a:t>
            </a: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Nisha Robin Rohit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solidFill>
                  <a:schemeClr val="accent5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20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lang="en-US"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Review-1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CLIENT SUCCESS INTERN At Talent Recruit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2261763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Neha Ananya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20221CCS0078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 CCS 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993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1C5DFE55-FA42-5AD9-4980-E383E45D49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5781" y="1163384"/>
            <a:ext cx="1037564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Talent Recruit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smart recruitment and onboarding platform that helps companies hire faster and better.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and Machine Learning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automate hiring tasks like job posting, candidate screening, interview scheduling, and onboarding—all in one place.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key feature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ERIKA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 24×7 robotic recruiter that handles candidate communication, follow-ups, and scheduling, reducing manual work and improving candidate experience.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 AI insights and analytics, Talent Recruit helps recruiters make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faster, data-driven, and unbiased hiring decisions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26F16-9B02-D95E-4BBD-3B665E9C5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70C0"/>
                </a:solidFill>
              </a:rPr>
              <a:t>Our Clients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50461-B418-1365-9763-60F3EE20C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30-01-2026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696359-975F-C84B-EFA2-C1CC2406D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4</a:t>
            </a:fld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3403C6B-8DE1-3CCA-D578-3BFCC32ECC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3025" y="1573698"/>
            <a:ext cx="856401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858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2114C0D-E5DB-21A5-0FB4-50ABEA4614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74162"/>
            <a:ext cx="8608447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Artificial Intelligence (AI) for intelligent recruitment automation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(ML) for resume screening and candidate ranking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Natural Language Processing (NLP) for chatbot and candidate interaction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Applicant Tracking System (ATS) architecture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SaaS (Software as a Service) cloud-based platform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 Management Systems for candidate and job data storage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 APIs for integration with job portals and communication tools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Chatbot Technology (ERIKA – Robotic Recruiter)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Recruitment Analytics and Reporting Dashboards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Workflow Automation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77E439C-D0D5-6461-53E9-3574F813B0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1317041"/>
            <a:ext cx="1085305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 Structure, Project &amp; Technology Understanding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Our team has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 members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led by our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Reporting Manager, Mr. Ashish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Meridatta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Currently, we are in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 phase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learning the company’s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ATS (Applicant Tracking System)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Technology Understanding: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&amp; ML: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Used for resume screening and ranking candidates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NLP: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Helps chatbots communicate with candidates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ATS Workflow: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Tracks candidates through hiring stages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Store candidate and job details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Connect job portals and communication tools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Dashboards &amp; Analytics: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 recruitment performance insights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training helps us understand how technology solves real recruitment problems.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 training, we will work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live projects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hands-on experience.</a:t>
            </a:r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175780F-BEF6-91FC-E465-2EE962D9AB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5564" y="1699650"/>
            <a:ext cx="10439400" cy="2000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 was selected through my college campus placement process. Clearing the interview with the company’s CCO was a major challenge, as it involved in-depth technical questions, role-based scenarios, and problem-solving assessments. This experience tested my analytical thinking, technical knowledge, and ability to perform under pressure, helping me gain confidence and clarity about industry expectations.</a:t>
            </a: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134" y="685991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B1FB10D-41FE-9F7D-1DCB-CADFAD3238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1134" y="1962949"/>
            <a:ext cx="1051560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 ATS system architecture and recruitment workflows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AI-based resume parsing and candidate shortlisting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Assist in database validation and candidate data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 smooth workflow automation across hiring stages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API integrations with job portals and communication tools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recruitment dashboards and system reports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and resolve basic system-level issues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system efficiency and data accuracy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4839687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>
            <a:normAutofit/>
          </a:bodyPr>
          <a:lstStyle/>
          <a:p>
            <a:r>
              <a:rPr lang="en-US" sz="3200" dirty="0"/>
              <a:t>https://github.com/NehaAnanya/Internship-Report</a:t>
            </a:r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11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7189</TotalTime>
  <Words>630</Words>
  <Application>Microsoft Office PowerPoint</Application>
  <PresentationFormat>Widescreen</PresentationFormat>
  <Paragraphs>96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Our Clients</vt:lpstr>
      <vt:lpstr>Working domain or the technology</vt:lpstr>
      <vt:lpstr>About your team and reporting Manager</vt:lpstr>
      <vt:lpstr>Challenges Faced in Internship</vt:lpstr>
      <vt:lpstr>Objectives of the work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Mokshith Narasimha</cp:lastModifiedBy>
  <cp:revision>719</cp:revision>
  <dcterms:created xsi:type="dcterms:W3CDTF">2022-10-14T07:18:17Z</dcterms:created>
  <dcterms:modified xsi:type="dcterms:W3CDTF">2026-01-30T11:40:57Z</dcterms:modified>
</cp:coreProperties>
</file>